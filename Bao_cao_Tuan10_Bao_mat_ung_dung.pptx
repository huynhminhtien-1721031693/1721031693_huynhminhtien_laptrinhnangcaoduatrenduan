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HỌC TẬP TUẦN 10: BẢO MẬT ỨNG DỤNG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/>
            </a:pPr>
            <a:r>
              <a:t>Security in AI-Augmented Development</a:t>
            </a:r>
          </a:p>
          <a:p>
            <a:pPr algn="ctr">
              <a:defRPr sz="1600"/>
            </a:pPr>
            <a:r>
              <a:t>Khóa học AI-Augmented Project-Based Programming - Trường DNTU</a:t>
            </a:r>
          </a:p>
          <a:p>
            <a:pPr algn="ctr">
              <a:defRPr sz="1600"/>
            </a:pPr>
            <a:r>
              <a:t>Ngày báo cáo: 07/05/2026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quan &amp; Mục tiêu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Authentication (Xác thực) &amp; Authorization (Phân quyền).</a:t>
            </a:r>
          </a:p>
          <a:p>
            <a:pPr>
              <a:defRPr sz="2200"/>
            </a:pPr>
            <a:r>
              <a:t>Data Privacy (Quyền riêng tư dữ liệu).</a:t>
            </a:r>
          </a:p>
          <a:p>
            <a:pPr>
              <a:defRPr sz="2200"/>
            </a:pPr>
            <a:r>
              <a:t>Tiêu chuẩn bảo mật API (OWASP Top 10).</a:t>
            </a:r>
          </a:p>
          <a:p>
            <a:pPr>
              <a:defRPr sz="2200"/>
            </a:pPr>
            <a:r>
              <a:t>Ứng dụng AI Tools trong bảo mật.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- Xác thực người dùng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Định nghĩa: Quá trình xác nhận danh tính người dùng (Lớp bảo vệ đầu tiên).</a:t>
            </a:r>
          </a:p>
          <a:p>
            <a:pPr>
              <a:defRPr sz="2200"/>
            </a:pPr>
            <a:r>
              <a:t>Các phương pháp phổ biến:</a:t>
            </a:r>
          </a:p>
          <a:p>
            <a:pPr lvl="1">
              <a:defRPr sz="1800"/>
            </a:pPr>
            <a:r>
              <a:t>JWT (JSON Web Token): Phổ biến cho REST API.</a:t>
            </a:r>
          </a:p>
          <a:p>
            <a:pPr lvl="1">
              <a:defRPr sz="1800"/>
            </a:pPr>
            <a:r>
              <a:t>OAuth 2.0 / OpenID Connect: Đăng nhập qua bên thứ ba (Google, GitHub).</a:t>
            </a:r>
          </a:p>
          <a:p>
            <a:pPr lvl="1">
              <a:defRPr sz="1800"/>
            </a:pPr>
            <a:r>
              <a:t>MFA &amp; Biometric: Xác thực đa nhân tố và sinh trắc học.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Tìm hiểu sâu về JWT (JSON Web Token)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Cấu trúc 3 phần: Header, Payload, Signature.</a:t>
            </a:r>
          </a:p>
          <a:p>
            <a:pPr>
              <a:defRPr sz="2200"/>
            </a:pPr>
            <a:r>
              <a:t>Cơ chế Token:</a:t>
            </a:r>
          </a:p>
          <a:p>
            <a:pPr lvl="1">
              <a:defRPr sz="1800"/>
            </a:pPr>
            <a:r>
              <a:t>Access Token: Thời hạn ngắn (15p - 1h).</a:t>
            </a:r>
          </a:p>
          <a:p>
            <a:pPr lvl="1">
              <a:defRPr sz="1800"/>
            </a:pPr>
            <a:r>
              <a:t>Refresh Token: Thời hạn dài (7 - 30 ngày).</a:t>
            </a:r>
          </a:p>
          <a:p>
            <a:pPr>
              <a:defRPr sz="2200"/>
            </a:pPr>
            <a:r>
              <a:t>Best Practice: Lưu trong httpOnly cookie, tránh dùng localStorage.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Authorization - Phân quyền truy cập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Khái niệm: Xác định quyền hạn sau khi đã xác thực.</a:t>
            </a:r>
          </a:p>
          <a:p>
            <a:pPr>
              <a:defRPr sz="2200"/>
            </a:pPr>
            <a:r>
              <a:t>Các mô hình chính:</a:t>
            </a:r>
          </a:p>
          <a:p>
            <a:pPr lvl="1">
              <a:defRPr sz="1800"/>
            </a:pPr>
            <a:r>
              <a:t>RBAC: Phân quyền theo vai trò (Admin, User, Guest).</a:t>
            </a:r>
          </a:p>
          <a:p>
            <a:pPr lvl="1">
              <a:defRPr sz="1800"/>
            </a:pPr>
            <a:r>
              <a:t>ABAC: Phân quyền theo thuộc tính chi tiết.</a:t>
            </a:r>
          </a:p>
          <a:p>
            <a:pPr lvl="1">
              <a:defRPr sz="1800"/>
            </a:pPr>
            <a:r>
              <a:t>ACL: Danh sách kiểm soát truy cập cụ thể.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Triển khai trong NestJS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Authentication: Sử dụng @nestjs/jwt và @nestjs/passport.</a:t>
            </a:r>
          </a:p>
          <a:p>
            <a:pPr>
              <a:defRPr sz="2200"/>
            </a:pPr>
            <a:r>
              <a:t>Authorization (RBAC):</a:t>
            </a:r>
          </a:p>
          <a:p>
            <a:pPr lvl="1">
              <a:defRPr sz="1800"/>
            </a:pPr>
            <a:r>
              <a:t>Dùng @Roles() decorator.</a:t>
            </a:r>
          </a:p>
          <a:p>
            <a:pPr lvl="1">
              <a:defRPr sz="1800"/>
            </a:pPr>
            <a:r>
              <a:t>Triển khai RolesGuard để kiểm tra quyền trước request.</a:t>
            </a:r>
          </a:p>
          <a:p>
            <a:pPr>
              <a:defRPr sz="2200"/>
            </a:pPr>
            <a:r>
              <a:t>AI Support: Dùng Claude/Copilot để tạo boilerplate nhanh.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Privacy - Bảo vệ dữ liệu cá nhân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Nguyên tắc cốt lõi:</a:t>
            </a:r>
          </a:p>
          <a:p>
            <a:pPr lvl="1">
              <a:defRPr sz="1800"/>
            </a:pPr>
            <a:r>
              <a:t>Data Minimization: Chỉ thu thập dữ liệu cần thiết.</a:t>
            </a:r>
          </a:p>
          <a:p>
            <a:pPr lvl="1">
              <a:defRPr sz="1800"/>
            </a:pPr>
            <a:r>
              <a:t>Encryption: Mã hóa dữ liệu tĩnh (At Rest) và dữ liệu đang truyền (In Transit - HTTPS).</a:t>
            </a:r>
          </a:p>
          <a:p>
            <a:pPr lvl="1">
              <a:defRPr sz="1800"/>
            </a:pPr>
            <a:r>
              <a:t>Right to Erasure: Quyền yêu cầu xóa dữ liệu (GDPR).</a:t>
            </a:r>
          </a:p>
          <a:p>
            <a:pPr lvl="1">
              <a:defRPr sz="1800"/>
            </a:pPr>
            <a:r>
              <a:t>Audit Logging: Ghi nhật ký truy cập dữ liệu nhạy cảm.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OWASP Top 10 &amp; Bài tập thực hành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Lỗ hổng cần lưu ý: Broken Access Control, Cryptographic Failures, Identification Failures.</a:t>
            </a:r>
          </a:p>
          <a:p>
            <a:pPr>
              <a:defRPr sz="2200"/>
            </a:pPr>
            <a:r>
              <a:t>Yêu cầu thực hành:</a:t>
            </a:r>
          </a:p>
          <a:p>
            <a:pPr lvl="1">
              <a:defRPr sz="1800"/>
            </a:pPr>
            <a:r>
              <a:t>Hash password với bcrypt (salt rounds &gt;= 12).</a:t>
            </a:r>
          </a:p>
          <a:p>
            <a:pPr lvl="1">
              <a:defRPr sz="1800"/>
            </a:pPr>
            <a:r>
              <a:t>Áp dụng Rate Limiting cho login.</a:t>
            </a:r>
          </a:p>
          <a:p>
            <a:pPr lvl="1">
              <a:defRPr sz="1800"/>
            </a:pPr>
            <a:r>
              <a:t>Cấu hình CORS, Helmet và security headers.</a:t>
            </a:r>
          </a:p>
          <a:p>
            <a:pPr lvl="1">
              <a:defRPr sz="1800"/>
            </a:pPr>
            <a:r>
              <a:t>Unit test cho Auth logic (Coverage &gt;= 80%).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 &amp; Hướng phát triển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Kết nối: Liên kết với NestJS (Tuần 4), Database (Tuần 6) và Testing (Tuần 8).</a:t>
            </a:r>
          </a:p>
          <a:p>
            <a:pPr>
              <a:defRPr sz="2200"/>
            </a:pPr>
            <a:r>
              <a:t>Tương lai:</a:t>
            </a:r>
          </a:p>
          <a:p>
            <a:pPr lvl="1">
              <a:defRPr sz="1800"/>
            </a:pPr>
            <a:r>
              <a:t>Tìm hiểu Zero Trust Architecture &amp; DevSecOps.</a:t>
            </a:r>
          </a:p>
          <a:p>
            <a:pPr lvl="1">
              <a:defRPr sz="1800"/>
            </a:pPr>
            <a:r>
              <a:t>Thực hành quét lỗ hổng với OWASP ZAP, Snyk.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